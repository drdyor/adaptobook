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Netlify vs. Vercel: Key Differences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21" y="1955434"/>
            <a:ext cx="2500313" cy="131266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338182" y="842963"/>
            <a:ext cx="4520068" cy="2064544"/>
          </a:xfrm>
          <a:prstGeom prst="rect">
            <a:avLst/>
          </a:prstGeom>
          <a:solidFill>
            <a:srgbClr val="7B61FF">
              <a:alpha val="5000"/>
            </a:srgbClr>
          </a:solidFill>
          <a:ln w="9144">
            <a:solidFill>
              <a:srgbClr val="7B61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338182" y="842963"/>
            <a:ext cx="1582006" cy="321469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7" name="Text 3"/>
          <p:cNvSpPr/>
          <p:nvPr/>
        </p:nvSpPr>
        <p:spPr>
          <a:xfrm>
            <a:off x="4338182" y="842963"/>
            <a:ext cx="1582006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F1F5"/>
                </a:solidFill>
              </a:rPr>
              <a:t>Feature</a:t>
            </a:r>
            <a:endParaRPr lang="en-US" sz="683" dirty="0"/>
          </a:p>
        </p:txBody>
      </p:sp>
      <p:sp>
        <p:nvSpPr>
          <p:cNvPr id="8" name="Shape 4"/>
          <p:cNvSpPr/>
          <p:nvPr/>
        </p:nvSpPr>
        <p:spPr>
          <a:xfrm>
            <a:off x="5920187" y="842963"/>
            <a:ext cx="1469017" cy="321469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9" name="Text 5"/>
          <p:cNvSpPr/>
          <p:nvPr/>
        </p:nvSpPr>
        <p:spPr>
          <a:xfrm>
            <a:off x="5920187" y="842963"/>
            <a:ext cx="1469017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F1F5"/>
                </a:solidFill>
              </a:rPr>
              <a:t>Netlify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7389205" y="842963"/>
            <a:ext cx="1469045" cy="321469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1" name="Text 7"/>
          <p:cNvSpPr/>
          <p:nvPr/>
        </p:nvSpPr>
        <p:spPr>
          <a:xfrm>
            <a:off x="7389205" y="842963"/>
            <a:ext cx="1469045" cy="32146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F1F5"/>
                </a:solidFill>
              </a:rPr>
              <a:t>Vercel</a:t>
            </a:r>
            <a:endParaRPr lang="en-US" sz="683" dirty="0"/>
          </a:p>
        </p:txBody>
      </p:sp>
      <p:sp>
        <p:nvSpPr>
          <p:cNvPr id="12" name="Text 8"/>
          <p:cNvSpPr/>
          <p:nvPr/>
        </p:nvSpPr>
        <p:spPr>
          <a:xfrm>
            <a:off x="4338182" y="1164431"/>
            <a:ext cx="1582006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F1F5"/>
                </a:solidFill>
              </a:rPr>
              <a:t>Primary Focus</a:t>
            </a:r>
            <a:endParaRPr lang="en-US" sz="634" dirty="0"/>
          </a:p>
        </p:txBody>
      </p:sp>
      <p:sp>
        <p:nvSpPr>
          <p:cNvPr id="13" name="Text 9"/>
          <p:cNvSpPr/>
          <p:nvPr/>
        </p:nvSpPr>
        <p:spPr>
          <a:xfrm>
            <a:off x="5920187" y="1164431"/>
            <a:ext cx="1469017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All-in-one JAMstack</a:t>
            </a:r>
            <a:endParaRPr lang="en-US" sz="674" dirty="0"/>
          </a:p>
        </p:txBody>
      </p:sp>
      <p:sp>
        <p:nvSpPr>
          <p:cNvPr id="14" name="Text 10"/>
          <p:cNvSpPr/>
          <p:nvPr/>
        </p:nvSpPr>
        <p:spPr>
          <a:xfrm>
            <a:off x="7389205" y="1164431"/>
            <a:ext cx="1469045" cy="285750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Next.js &amp; React</a:t>
            </a:r>
            <a:endParaRPr lang="en-US" sz="674" dirty="0"/>
          </a:p>
        </p:txBody>
      </p:sp>
      <p:sp>
        <p:nvSpPr>
          <p:cNvPr id="15" name="Shape 11"/>
          <p:cNvSpPr/>
          <p:nvPr/>
        </p:nvSpPr>
        <p:spPr>
          <a:xfrm>
            <a:off x="4338182" y="1450181"/>
            <a:ext cx="4520068" cy="289322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338182" y="1450181"/>
            <a:ext cx="1582006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F1F5"/>
                </a:solidFill>
              </a:rPr>
              <a:t>Serverless Functions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5920187" y="1450181"/>
            <a:ext cx="1469017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Netlify Functions</a:t>
            </a:r>
            <a:endParaRPr lang="en-US" sz="674" dirty="0"/>
          </a:p>
        </p:txBody>
      </p:sp>
      <p:sp>
        <p:nvSpPr>
          <p:cNvPr id="18" name="Text 14"/>
          <p:cNvSpPr/>
          <p:nvPr/>
        </p:nvSpPr>
        <p:spPr>
          <a:xfrm>
            <a:off x="7389205" y="1450181"/>
            <a:ext cx="1469045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Edge &amp; Serverless</a:t>
            </a:r>
            <a:endParaRPr lang="en-US" sz="674" dirty="0"/>
          </a:p>
        </p:txBody>
      </p:sp>
      <p:sp>
        <p:nvSpPr>
          <p:cNvPr id="19" name="Text 15"/>
          <p:cNvSpPr/>
          <p:nvPr/>
        </p:nvSpPr>
        <p:spPr>
          <a:xfrm>
            <a:off x="4338182" y="1739503"/>
            <a:ext cx="1582006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F1F5"/>
                </a:solidFill>
              </a:rPr>
              <a:t>Global Edge Network</a:t>
            </a:r>
            <a:endParaRPr lang="en-US" sz="634" dirty="0"/>
          </a:p>
        </p:txBody>
      </p:sp>
      <p:sp>
        <p:nvSpPr>
          <p:cNvPr id="20" name="Text 16"/>
          <p:cNvSpPr/>
          <p:nvPr/>
        </p:nvSpPr>
        <p:spPr>
          <a:xfrm>
            <a:off x="5920187" y="1739503"/>
            <a:ext cx="1469017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Netlify Edge</a:t>
            </a:r>
            <a:endParaRPr lang="en-US" sz="674" dirty="0"/>
          </a:p>
        </p:txBody>
      </p:sp>
      <p:sp>
        <p:nvSpPr>
          <p:cNvPr id="21" name="Text 17"/>
          <p:cNvSpPr/>
          <p:nvPr/>
        </p:nvSpPr>
        <p:spPr>
          <a:xfrm>
            <a:off x="7389205" y="1739503"/>
            <a:ext cx="1469045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Vercel Edge Network</a:t>
            </a:r>
            <a:endParaRPr lang="en-US" sz="674" dirty="0"/>
          </a:p>
        </p:txBody>
      </p:sp>
      <p:sp>
        <p:nvSpPr>
          <p:cNvPr id="22" name="Shape 18"/>
          <p:cNvSpPr/>
          <p:nvPr/>
        </p:nvSpPr>
        <p:spPr>
          <a:xfrm>
            <a:off x="4338182" y="2028825"/>
            <a:ext cx="4520068" cy="289322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338182" y="2028825"/>
            <a:ext cx="1582006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F1F5"/>
                </a:solidFill>
              </a:rPr>
              <a:t>Pricing Model</a:t>
            </a:r>
            <a:endParaRPr lang="en-US" sz="634" dirty="0"/>
          </a:p>
        </p:txBody>
      </p:sp>
      <p:sp>
        <p:nvSpPr>
          <p:cNvPr id="24" name="Text 20"/>
          <p:cNvSpPr/>
          <p:nvPr/>
        </p:nvSpPr>
        <p:spPr>
          <a:xfrm>
            <a:off x="5920187" y="2028825"/>
            <a:ext cx="1469017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Feature-based plans</a:t>
            </a:r>
            <a:endParaRPr lang="en-US" sz="674" dirty="0"/>
          </a:p>
        </p:txBody>
      </p:sp>
      <p:sp>
        <p:nvSpPr>
          <p:cNvPr id="25" name="Text 21"/>
          <p:cNvSpPr/>
          <p:nvPr/>
        </p:nvSpPr>
        <p:spPr>
          <a:xfrm>
            <a:off x="7389205" y="2028825"/>
            <a:ext cx="1469045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Usage-based plans</a:t>
            </a:r>
            <a:endParaRPr lang="en-US" sz="674" dirty="0"/>
          </a:p>
        </p:txBody>
      </p:sp>
      <p:sp>
        <p:nvSpPr>
          <p:cNvPr id="26" name="Text 22"/>
          <p:cNvSpPr/>
          <p:nvPr/>
        </p:nvSpPr>
        <p:spPr>
          <a:xfrm>
            <a:off x="4338182" y="2318147"/>
            <a:ext cx="1582006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F1F5"/>
                </a:solidFill>
              </a:rPr>
              <a:t>Ecosystem</a:t>
            </a:r>
            <a:endParaRPr lang="en-US" sz="634" dirty="0"/>
          </a:p>
        </p:txBody>
      </p:sp>
      <p:sp>
        <p:nvSpPr>
          <p:cNvPr id="27" name="Text 23"/>
          <p:cNvSpPr/>
          <p:nvPr/>
        </p:nvSpPr>
        <p:spPr>
          <a:xfrm>
            <a:off x="5920187" y="2318147"/>
            <a:ext cx="1469017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Open standards focus</a:t>
            </a:r>
            <a:endParaRPr lang="en-US" sz="674" dirty="0"/>
          </a:p>
        </p:txBody>
      </p:sp>
      <p:sp>
        <p:nvSpPr>
          <p:cNvPr id="28" name="Text 24"/>
          <p:cNvSpPr/>
          <p:nvPr/>
        </p:nvSpPr>
        <p:spPr>
          <a:xfrm>
            <a:off x="7389205" y="2318147"/>
            <a:ext cx="1469045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Next.js ecosystem</a:t>
            </a:r>
            <a:endParaRPr lang="en-US" sz="674" dirty="0"/>
          </a:p>
        </p:txBody>
      </p:sp>
      <p:sp>
        <p:nvSpPr>
          <p:cNvPr id="29" name="Shape 25"/>
          <p:cNvSpPr/>
          <p:nvPr/>
        </p:nvSpPr>
        <p:spPr>
          <a:xfrm>
            <a:off x="4338182" y="2607469"/>
            <a:ext cx="4520068" cy="289322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4338182" y="2607469"/>
            <a:ext cx="1582006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F1F5"/>
                </a:solidFill>
              </a:rPr>
              <a:t>Build System</a:t>
            </a:r>
            <a:endParaRPr lang="en-US" sz="634" dirty="0"/>
          </a:p>
        </p:txBody>
      </p:sp>
      <p:sp>
        <p:nvSpPr>
          <p:cNvPr id="31" name="Text 27"/>
          <p:cNvSpPr/>
          <p:nvPr/>
        </p:nvSpPr>
        <p:spPr>
          <a:xfrm>
            <a:off x="5920187" y="2607469"/>
            <a:ext cx="1469017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Build Plugins</a:t>
            </a:r>
            <a:endParaRPr lang="en-US" sz="674" dirty="0"/>
          </a:p>
        </p:txBody>
      </p:sp>
      <p:sp>
        <p:nvSpPr>
          <p:cNvPr id="32" name="Text 28"/>
          <p:cNvSpPr/>
          <p:nvPr/>
        </p:nvSpPr>
        <p:spPr>
          <a:xfrm>
            <a:off x="7389205" y="2607469"/>
            <a:ext cx="1469045" cy="289322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F1F5"/>
                </a:solidFill>
              </a:rPr>
              <a:t>Next.js optimized</a:t>
            </a:r>
            <a:endParaRPr lang="en-US" sz="674" dirty="0"/>
          </a:p>
        </p:txBody>
      </p:sp>
      <p:sp>
        <p:nvSpPr>
          <p:cNvPr id="33" name="Shape 29"/>
          <p:cNvSpPr/>
          <p:nvPr/>
        </p:nvSpPr>
        <p:spPr>
          <a:xfrm>
            <a:off x="0" y="4523445"/>
            <a:ext cx="9144000" cy="620055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0" y="4523445"/>
            <a:ext cx="9144000" cy="14288"/>
          </a:xfrm>
          <a:prstGeom prst="rect">
            <a:avLst/>
          </a:prstGeom>
          <a:solidFill>
            <a:srgbClr val="00FFB3"/>
          </a:solidFill>
          <a:ln/>
        </p:spPr>
      </p:sp>
      <p:sp>
        <p:nvSpPr>
          <p:cNvPr id="35" name="Text 31"/>
          <p:cNvSpPr/>
          <p:nvPr/>
        </p:nvSpPr>
        <p:spPr>
          <a:xfrm>
            <a:off x="285750" y="4680607"/>
            <a:ext cx="8572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FFB3"/>
                </a:solidFill>
              </a:rPr>
              <a:t>Netlify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is ideal for projects requiring broad JAMstack support and an all-in-one platform for hosting, serverless, and CDN.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FFB3"/>
                </a:solidFill>
              </a:rPr>
              <a:t>Vercel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 is the optimal choice for Next.js and React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F1F5"/>
                </a:solidFill>
              </a:rPr>
              <a:t>applications, offering deep framework integration and superior performance optimization.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2025-11-25T06:28:35Z</dcterms:created>
  <dcterms:modified xsi:type="dcterms:W3CDTF">2025-11-25T06:28:35Z</dcterms:modified>
</cp:coreProperties>
</file>